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Barroco no Brasil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Introdução ao movimento Barroco e sua chegada ao Brasil.</a:t>
            </a:r>
          </a:p>
        </p:txBody>
      </p:sp>
      <p:pic>
        <p:nvPicPr>
          <p:cNvPr id="4" name="Picture 3" descr="barroco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Histórico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Barroco surge no Brasil no século XVII, influenciado pela arte europeia e pela colonização portuguesa.</a:t>
            </a:r>
          </a:p>
        </p:txBody>
      </p:sp>
      <p:pic>
        <p:nvPicPr>
          <p:cNvPr id="4" name="Picture 3" descr="barroco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do Barroco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Contrastes (luz x sombra)</a:t>
            </a:r>
          </a:p>
          <a:p>
            <a:r>
              <a:t>• Religiosidade</a:t>
            </a:r>
          </a:p>
          <a:p>
            <a:r>
              <a:t>• Linguagem exagerada e dramática</a:t>
            </a:r>
          </a:p>
          <a:p>
            <a:r>
              <a:t>• Dualidade: céu x terra, pecado x perdão</a:t>
            </a:r>
          </a:p>
        </p:txBody>
      </p:sp>
      <p:pic>
        <p:nvPicPr>
          <p:cNvPr id="4" name="Picture 3" descr="barroco_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Artistas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Destaque para Aleijadinho, Mestre Ataíde e outros artistas brasileiros.</a:t>
            </a:r>
          </a:p>
        </p:txBody>
      </p:sp>
      <p:pic>
        <p:nvPicPr>
          <p:cNvPr id="4" name="Picture 3" descr="barroco_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Patrimônio Barroco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Igrejas e cidades históricas como Ouro Preto, Mariana e Salvador preservam a arte barroca no Brasil.</a:t>
            </a:r>
          </a:p>
        </p:txBody>
      </p:sp>
      <p:pic>
        <p:nvPicPr>
          <p:cNvPr id="4" name="Picture 3" descr="barroco_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Barroco na Europa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Barroco surgiu na Europa no século XVI, principalmente na Itália, e depois se espalhou pela Espanha, Portugal e França.</a:t>
            </a:r>
          </a:p>
          <a:p/>
          <a:p>
            <a:r>
              <a:t>Características:</a:t>
            </a:r>
          </a:p>
          <a:p>
            <a:r>
              <a:t>• Arte emocional e detalhada</a:t>
            </a:r>
          </a:p>
          <a:p>
            <a:r>
              <a:t>• Busca por impacto visual</a:t>
            </a:r>
          </a:p>
          <a:p>
            <a:r>
              <a:t>• Forte ligação com a Igreja Católica (Contra-Reforma)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Barroco na Literatura Brasileira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literatura barroca no Brasil surgiu no século XVII.</a:t>
            </a:r>
          </a:p>
          <a:p/>
          <a:p>
            <a:r>
              <a:t>Principais autores:</a:t>
            </a:r>
          </a:p>
          <a:p>
            <a:r>
              <a:t>• Padre Antônio Vieira – sermões religiosos e persuasivos</a:t>
            </a:r>
          </a:p>
          <a:p>
            <a:r>
              <a:t>• Gregório de Matos – poesia satírica, religiosa e lírica</a:t>
            </a:r>
          </a:p>
          <a:p/>
          <a:p>
            <a:r>
              <a:t>Características literárias:</a:t>
            </a:r>
          </a:p>
          <a:p>
            <a:r>
              <a:t>• Linguagem rebuscada e exagerada</a:t>
            </a:r>
          </a:p>
          <a:p>
            <a:r>
              <a:t>• Contrastes (corpo × alma)</a:t>
            </a:r>
          </a:p>
          <a:p>
            <a:r>
              <a:t>• Forte influência religiosa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Barroco e Religiosidade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Barroco brasileiro é profundamente ligado à fé católica.</a:t>
            </a:r>
          </a:p>
          <a:p/>
          <a:p>
            <a:r>
              <a:t>• A arte servia para emocionar e aproximar fiéis de Deus</a:t>
            </a:r>
          </a:p>
          <a:p>
            <a:r>
              <a:t>• Igrejas eram decoradas para representar o divino</a:t>
            </a:r>
          </a:p>
          <a:p>
            <a:r>
              <a:t>• Temas religiosos dominavam a pintura, escultura e literatura</a:t>
            </a:r>
          </a:p>
          <a:p>
            <a:r>
              <a:t>• Objetivo: impactar visualmente e transmitir fé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